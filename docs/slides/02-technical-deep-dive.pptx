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ITDLUPanel v2 - Phân Tích Kỹ Thuật Chi Tiết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**Đại học Đà Lạt | © 2026**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1: Tổng Quan Kiến Trúc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ITDLUPanel v2 -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ITDLUPanel v2 Architecture                          │</a:t>
            </a:r>
            <a:br/>
            <a:r>
              <a:t>│              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┌─────────────────────────────────────────────────────────────────────┐   │</a:t>
            </a:r>
            <a:br/>
            <a:r>
              <a:t>│  │                    Frontend Layer (React 19)                         │   │</a:t>
            </a:r>
            <a:br/>
            <a:r>
              <a:t>│  │   Ant Design 6 • xterm.js • Monaco • Recharts • Zustand            │   │</a:t>
            </a:r>
            <a:br/>
            <a:r>
              <a:t>│  └───────────────────...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65C0"/>
                </a:solidFill>
              </a:defRPr>
            </a:pPr>
            <a:r>
              <a:t>▸ Key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|--------|-------|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2: Backend Layer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Backend Go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HTTP Request                                │</a:t>
            </a:r>
            <a:br/>
            <a:r>
              <a:t>└──────────────────────────────────┬──────────────────────────────┘</a:t>
            </a:r>
            <a:br/>
            <a:r>
              <a:t>                                   │</a:t>
            </a:r>
            <a:br/>
            <a:r>
              <a:t>     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Middleware Stack (11 layers - ordered execution)              │</a:t>
            </a:r>
            <a:br/>
            <a:r>
              <a:t>│                                                                 │</a:t>
            </a:r>
            <a:br/>
            <a:r>
              <a:t>│  ┌───────────┐ 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457200" y="507492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3: Middleware Stack Chi Tiết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Middleware Pipeline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11-Layer Middleware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65C0"/>
                </a:solidFill>
              </a:defRPr>
            </a:pPr>
            <a:r>
              <a:t>▸ Layer 1: Recovery Middleware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func RecoveryMiddleware() gin.HandlerFunc {</a:t>
            </a:r>
            <a:br/>
            <a:r>
              <a:t>    return func(c *gin.Context) {</a:t>
            </a:r>
            <a:br/>
            <a:r>
              <a:t>        defer func() {</a:t>
            </a:r>
            <a:br/>
            <a:r>
              <a:t>            if err := recover(); err != nil {</a:t>
            </a:r>
            <a:br/>
            <a:r>
              <a:t>                // Log panic with stack trace</a:t>
            </a:r>
            <a:br/>
            <a:r>
              <a:t>                zerolog.Error().</a:t>
            </a:r>
            <a:br/>
            <a:r>
              <a:t>                    Interface("panic", err).</a:t>
            </a:r>
            <a:br/>
            <a:r>
              <a:t>                    Str("stack", string(debug.Stack())).</a:t>
            </a:r>
            <a:br/>
            <a:r>
              <a:t>                    Msg("Panic recovered")</a:t>
            </a:r>
            <a:br/>
            <a:r>
              <a:t>                </a:t>
            </a:r>
            <a:br/>
            <a:r>
              <a:t>                c.AbortWithStatusJSON(500, gin.H{</a:t>
            </a:r>
            <a:br/>
            <a:r>
              <a:t>                    "error": "Internal server error",</a:t>
            </a:r>
            <a:br/>
            <a:r>
              <a:t>      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65C0"/>
                </a:solidFill>
              </a:defRPr>
            </a:pPr>
            <a:r>
              <a:t>▸ Layer 2: Structured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zerolog with lumberjack rotation</a:t>
            </a:r>
            <a:br/>
            <a:r>
              <a:t>zerolog.TimeFieldFormat = zerolog.TimeFormatUnix</a:t>
            </a:r>
            <a:br/>
            <a:r>
              <a:t>log := zerolog.New(os.Stdout).</a:t>
            </a:r>
            <a:br/>
            <a:r>
              <a:t>    Level(zerolog.InfoLevel).</a:t>
            </a:r>
            <a:br/>
            <a:r>
              <a:t>    With().</a:t>
            </a:r>
            <a:br/>
            <a:r>
              <a:t>    Timestamp().</a:t>
            </a:r>
            <a:br/>
            <a:r>
              <a:t>    Caller().</a:t>
            </a:r>
            <a:br/>
            <a:r>
              <a:t>    Logger()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4: Source Code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Go Project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internal/</a:t>
            </a:r>
            <a:br/>
            <a:r>
              <a:t>├── api/</a:t>
            </a:r>
            <a:br/>
            <a:r>
              <a:t>│   ├── v1/                    # 24 REST handler files (9,814 LOC)</a:t>
            </a:r>
            <a:br/>
            <a:r>
              <a:t>│   │   ├── auth.go            # Authentication endpoints</a:t>
            </a:r>
            <a:br/>
            <a:r>
              <a:t>│   │   ├── site.go            # Website management</a:t>
            </a:r>
            <a:br/>
            <a:r>
              <a:t>│   │   ├── database.go        # Database CRUD</a:t>
            </a:r>
            <a:br/>
            <a:r>
              <a:t>│   │   ├── docker.go          # Docker management (46+ endpoints)</a:t>
            </a:r>
            <a:br/>
            <a:r>
              <a:t>│   │   ├── file.go            # File browser/editor</a:t>
            </a:r>
            <a:br/>
            <a:r>
              <a:t>│   │   ├── docker_compose.go  # Compose projects</a:t>
            </a:r>
            <a:br/>
            <a:r>
              <a:t>│   │   ├── ssl.go             # SSL certificates</a:t>
            </a:r>
            <a:br/>
            <a:r>
              <a:t>│   │   ├── backup.go          # Back...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457200" y="553212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5: Authentication &amp; Authorization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JWT + TOTP 2FA +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Authentication Pipeline                             │</a:t>
            </a:r>
            <a:br/>
            <a:r>
              <a:t>│                                                                         │</a:t>
            </a:r>
            <a:br/>
            <a:r>
              <a:t>│  ┌─────────┐      ┌─────────┐      ┌─────────┐      ┌─────────┐       │</a:t>
            </a:r>
            <a:br/>
            <a:r>
              <a:t>│  │  Login │ ──→  │  Verify │ ──→  │ Generate│ ──→  │ Return  │       │</a:t>
            </a:r>
            <a:br/>
            <a:r>
              <a:t>│  │ Request│      │Password │      │  Token  │      │  Tokens │       │</a:t>
            </a:r>
            <a:br/>
            <a:r>
              <a:t>│  └─────────┘      └─────────┘      └─────────┘   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Access Token Claims (15 minutes TTL)</a:t>
            </a:r>
            <a:br/>
            <a:r>
              <a:t>type AccessClaims struct {</a:t>
            </a:r>
            <a:br/>
            <a:r>
              <a:t>    UserID      uint     `json:"user_id"`</a:t>
            </a:r>
            <a:br/>
            <a:r>
              <a:t>    Username    string   `json:"username"`</a:t>
            </a:r>
            <a:br/>
            <a:r>
              <a:t>    Email       string   `json:"email"`</a:t>
            </a:r>
            <a:br/>
            <a:r>
              <a:t>    Role        string   `json:"role"`</a:t>
            </a:r>
            <a:br/>
            <a:r>
              <a:t>    Permissions []string `json:"permissions"`  // Cached permissions</a:t>
            </a:r>
            <a:br/>
            <a:r>
              <a:t>    TokenType   string   `json:"type"`         // "access"</a:t>
            </a:r>
            <a:br/>
            <a:r>
              <a:t>    RegisteredClaims</a:t>
            </a:r>
            <a:br/>
            <a:r>
              <a:t>}</a:t>
            </a:r>
            <a:br/>
            <a:br/>
            <a:r>
              <a:t>// Refresh Token Claims (7 days TTL)</a:t>
            </a:r>
            <a:br/>
            <a:r>
              <a:t>type RefreshClaims struct {</a:t>
            </a:r>
            <a:br/>
            <a:r>
              <a:t>    UserID    uint   `json:"user_id"`</a:t>
            </a:r>
            <a:br/>
            <a:r>
              <a:t>    TokenType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Permission Namespace System                                     │</a:t>
            </a:r>
            <a:br/>
            <a:r>
              <a:t>│  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┌─────────────────────────────────────────────────────────┐   │</a:t>
            </a:r>
            <a:br/>
            <a:r>
              <a:t>│  │  Admin Role: ["*"]                                       │   │</a:t>
            </a:r>
            <a:br/>
            <a:r>
              <a:t>│  │  ├── Full access to all resources                        │   │</a:t>
            </a:r>
            <a:br/>
            <a:r>
              <a:t>│  │  └── Can manage users and roles                          │   │</a:t>
            </a:r>
            <a:br/>
            <a:r>
              <a:t>│  └────────────────────...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457200" y="475488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6: Database Schema Chi Tiết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SQLite Database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Core User &amp; Auth Entities                            │</a:t>
            </a:r>
            <a:br/>
            <a:r>
              <a:t>│                                                                             │</a:t>
            </a:r>
            <a:br/>
            <a:r>
              <a:t>│    ┌──────────┐         ┌─────────────────┐         ┌──────────┐           │</a:t>
            </a:r>
            <a:br/>
            <a:r>
              <a:t>│    │  users   │────────│   user_roles    │────────│   roles   │           │</a:t>
            </a:r>
            <a:br/>
            <a:r>
              <a:t>│    │          │   1:N  │                 │  N:1  │          │           │</a:t>
            </a:r>
            <a:br/>
            <a:r>
              <a:t>│    │ • id     │────────│...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Key Table Definitions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65C0"/>
                </a:solidFill>
              </a:defRPr>
            </a:pPr>
            <a:r>
              <a:t>▸ Users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CREATE TABLE users (</a:t>
            </a:r>
            <a:br/>
            <a:r>
              <a:t>    id              INTEGER PRIMARY KEY AUTOINCREMENT,</a:t>
            </a:r>
            <a:br/>
            <a:r>
              <a:t>    username        TEXT UNIQUE NOT NULL,</a:t>
            </a:r>
            <a:br/>
            <a:r>
              <a:t>    email           TEXT UNIQUE,</a:t>
            </a:r>
            <a:br/>
            <a:r>
              <a:t>    password_hash   TEXT NOT NULL,          -- bcrypt cost=12</a:t>
            </a:r>
            <a:br/>
            <a:r>
              <a:t>    totp_secret     TEXT,                    -- base32 encoded</a:t>
            </a:r>
            <a:br/>
            <a:r>
              <a:t>    totp_enabled    INTEGER DEFAULT 0,</a:t>
            </a:r>
            <a:br/>
            <a:r>
              <a:t>    status          INTEGER DEFAULT 1,       -- 1=active, 0=disabled</a:t>
            </a:r>
            <a:br/>
            <a:r>
              <a:t>    last_login      DATETIME,</a:t>
            </a:r>
            <a:br/>
            <a:r>
              <a:t>    created_at      DATETIME DEFAULT CURRENT_TIMESTAMP,</a:t>
            </a:r>
            <a:br/>
            <a:r>
              <a:t>    updated_at      DATETIME D...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457200" y="475488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7: Docker Integration Chi Tiết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Docker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Docker Management Architecture                          │</a:t>
            </a:r>
            <a:br/>
            <a:r>
              <a:t>│                                                                             │</a:t>
            </a:r>
            <a:br/>
            <a:r>
              <a:t>│   ┌─────────────────────────────────────────────────────────────────┐      │</a:t>
            </a:r>
            <a:br/>
            <a:r>
              <a:t>│   │                    ITDLUPanel Backend                             │      │</a:t>
            </a:r>
            <a:br/>
            <a:r>
              <a:t>│   │                                                                   │      │</a:t>
            </a:r>
            <a:br/>
            <a:r>
              <a:t>│   │  ┌───────────...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Docker API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65C0"/>
                </a:solidFill>
              </a:defRPr>
            </a:pPr>
            <a:r>
              <a:t>▸ Container Management (20+ endpoints)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Container CRUD</a:t>
            </a:r>
            <a:br/>
            <a:r>
              <a:t>GET    /api/v1/docker/containers              // List all containers</a:t>
            </a:r>
            <a:br/>
            <a:r>
              <a:t>POST   /api/v1/docker/containers              // Create container</a:t>
            </a:r>
            <a:br/>
            <a:r>
              <a:t>GET    /api/v1/docker/containers/:id         // Inspect container</a:t>
            </a:r>
            <a:br/>
            <a:r>
              <a:t>DELETE /api/v1/docker/containers/:id         // Remove container</a:t>
            </a:r>
            <a:br/>
            <a:br/>
            <a:r>
              <a:t>// Container Lifecycle</a:t>
            </a:r>
            <a:br/>
            <a:r>
              <a:t>POST   /api/v1/docker/containers/:id/start     // Start container</a:t>
            </a:r>
            <a:br/>
            <a:r>
              <a:t>POST   /api/v1/docker/containers/:id/stop      // Stop container</a:t>
            </a:r>
            <a:br/>
            <a:r>
              <a:t>POST   /api/v1/docker/containers/:id/restart    // Restart co...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457200" y="553212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8: WebSocket Real-Time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WebSocket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WebSocket Connection Flow                            │</a:t>
            </a:r>
            <a:br/>
            <a:r>
              <a:t>│                                                                             │</a:t>
            </a:r>
            <a:br/>
            <a:r>
              <a:t>│   Browser (xterm.js / React)                                                │</a:t>
            </a:r>
            <a:br/>
            <a:r>
              <a:t>│        │                                                                     │</a:t>
            </a:r>
            <a:br/>
            <a:r>
              <a:t>│        │  1. Connect to /api/v1/terminal                                    │</a:t>
            </a:r>
            <a:br/>
            <a:r>
              <a:t>│        │  2. Send...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Client → Server Messages</a:t>
            </a:r>
            <a:br/>
            <a:r>
              <a:t>type TerminalInput struct {</a:t>
            </a:r>
            <a:br/>
            <a:r>
              <a:t>    Type string `json:"type"`  // "input"</a:t>
            </a:r>
            <a:br/>
            <a:r>
              <a:t>    Data string `json:"data"`  // Keystrokes</a:t>
            </a:r>
            <a:br/>
            <a:r>
              <a:t>}</a:t>
            </a:r>
            <a:br/>
            <a:br/>
            <a:r>
              <a:t>type TerminalResize struct {</a:t>
            </a:r>
            <a:br/>
            <a:r>
              <a:t>    Type  string `json:"type"`  // "resize"</a:t>
            </a:r>
            <a:br/>
            <a:r>
              <a:t>    Cols  int    `json:"cols"`</a:t>
            </a:r>
            <a:br/>
            <a:r>
              <a:t>    Rows  int    `json:"rows"`</a:t>
            </a:r>
            <a:br/>
            <a:r>
              <a:t>}</a:t>
            </a:r>
            <a:br/>
            <a:br/>
            <a:r>
              <a:t>// Server → Client Messages</a:t>
            </a:r>
            <a:br/>
            <a:r>
              <a:t>type TerminalOutput struct {</a:t>
            </a:r>
            <a:br/>
            <a:r>
              <a:t>    Type string `json:"type"`  // "output"</a:t>
            </a:r>
            <a:br/>
            <a:r>
              <a:t>    Data string `json:"data"`  // Terminal output (base64 or raw)</a:t>
            </a:r>
            <a:br/>
            <a:r>
              <a:t>}</a:t>
            </a:r>
            <a:br/>
            <a:br/>
            <a:r>
              <a:t>// Backend Implementation</a:t>
            </a:r>
            <a:br/>
            <a:r>
              <a:t>func (h *TerminalHub)...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Server → Client (every 2 seconds)</a:t>
            </a:r>
            <a:br/>
            <a:r>
              <a:t>type MetricsUpdate struct {</a:t>
            </a:r>
            <a:br/>
            <a:r>
              <a:t>    Type     string    `json:"type"`      // "metrics"</a:t>
            </a:r>
            <a:br/>
            <a:r>
              <a:t>    Timestamp time.Time `json:"timestamp"`</a:t>
            </a:r>
            <a:br/>
            <a:r>
              <a:t>    CPU       CPUMetrics  `json:"cpu"`</a:t>
            </a:r>
            <a:br/>
            <a:r>
              <a:t>    Memory    MemMetrics  `json:"memory"`</a:t>
            </a:r>
            <a:br/>
            <a:r>
              <a:t>    Disk      DiskMetrics `json:"disk"`</a:t>
            </a:r>
            <a:br/>
            <a:r>
              <a:t>    Network   NetMetrics  `json:"network"`</a:t>
            </a:r>
            <a:br/>
            <a:r>
              <a:t>}</a:t>
            </a:r>
            <a:br/>
            <a:br/>
            <a:r>
              <a:t>type CPUMetrics struct {</a:t>
            </a:r>
            <a:br/>
            <a:r>
              <a:t>    Percent   float64   `json:"percent"`   // 0-100</a:t>
            </a:r>
            <a:br/>
            <a:r>
              <a:t>    User      float64   `json:"user"`</a:t>
            </a:r>
            <a:br/>
            <a:r>
              <a:t>    System    float64   `json:"system"`</a:t>
            </a:r>
            <a:br/>
            <a:r>
              <a:t>    Idle      f...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457200" y="553212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9: File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File Manager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File Manager Feature Matrix                           │</a:t>
            </a:r>
            <a:br/>
            <a:r>
              <a:t>│              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┌─────────────────────────────────────────────────────────────────────┐  │</a:t>
            </a:r>
            <a:br/>
            <a:r>
              <a:t>│  │  Core Operations                                                      │  │</a:t>
            </a:r>
            <a:br/>
            <a:r>
              <a:t>│  │  ┌─────────────┐ ┌─────────────┐ ┌─────────────┐ ┌─────────────┐   │  │</a:t>
            </a:r>
            <a:br/>
            <a:r>
              <a:t>│  │  │   Browse    │ │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Monaco Editor Supported Languages (50+)</a:t>
            </a:r>
            <a:br/>
            <a:r>
              <a:t>var supportedLanguages = []string{</a:t>
            </a:r>
            <a:br/>
            <a:r>
              <a:t>    // Web</a:t>
            </a:r>
            <a:br/>
            <a:r>
              <a:t>    "javascript", "typescript", "html", "css", "scss", "less",</a:t>
            </a:r>
            <a:br/>
            <a:r>
              <a:t>    "json", "xml", "yaml", "markdown",</a:t>
            </a:r>
            <a:br/>
            <a:r>
              <a:t>    </a:t>
            </a:r>
            <a:br/>
            <a:r>
              <a:t>    // Backend</a:t>
            </a:r>
            <a:br/>
            <a:r>
              <a:t>    "go", "python", "java", "c", "cpp", "csharp", "ruby", "php", "rust",</a:t>
            </a:r>
            <a:br/>
            <a:r>
              <a:t>    </a:t>
            </a:r>
            <a:br/>
            <a:r>
              <a:t>    // Config</a:t>
            </a:r>
            <a:br/>
            <a:r>
              <a:t>    "ini", "properties", "dotenv", "nginx", "apache",</a:t>
            </a:r>
            <a:br/>
            <a:r>
              <a:t>    </a:t>
            </a:r>
            <a:br/>
            <a:r>
              <a:t>    // Shell</a:t>
            </a:r>
            <a:br/>
            <a:r>
              <a:t>    "shell", "powershell", "dockerfile",</a:t>
            </a:r>
            <a:br/>
            <a:r>
              <a:t>    </a:t>
            </a:r>
            <a:br/>
            <a:r>
              <a:t>    // Database</a:t>
            </a:r>
            <a:br/>
            <a:r>
              <a:t>    "sql", "plsql", "mysql",</a:t>
            </a:r>
            <a:br/>
            <a:r>
              <a:t>    </a:t>
            </a:r>
            <a:br/>
            <a:r>
              <a:t>    // Data</a:t>
            </a:r>
            <a:br/>
            <a:r>
              <a:t>    "csv", "toml"...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Navigation &amp; Info</a:t>
            </a:r>
            <a:br/>
            <a:r>
              <a:t>GET  /api/v1/files                  // List directory contents</a:t>
            </a:r>
            <a:br/>
            <a:r>
              <a:t>GET  /api/v1/files/info             // Get file/directory info</a:t>
            </a:r>
            <a:br/>
            <a:r>
              <a:t>GET  /api/v1/files/tree            // Get directory tree</a:t>
            </a:r>
            <a:br/>
            <a:br/>
            <a:r>
              <a:t>// Read &amp; Write</a:t>
            </a:r>
            <a:br/>
            <a:r>
              <a:t>GET  /api/v1/files/read            // Read file content</a:t>
            </a:r>
            <a:br/>
            <a:r>
              <a:t>POST /api/v1/files/save            // Save file content</a:t>
            </a:r>
            <a:br/>
            <a:br/>
            <a:r>
              <a:t>// Create &amp; Delete</a:t>
            </a:r>
            <a:br/>
            <a:r>
              <a:t>POST /api/v1/files/create           // Create file or directory</a:t>
            </a:r>
            <a:br/>
            <a:r>
              <a:t>DELETE /api/v1/files                // Delete files/directories</a:t>
            </a:r>
            <a:br/>
            <a:br/>
            <a:r>
              <a:t>// Modify</a:t>
            </a:r>
            <a:br/>
            <a:r>
              <a:t>POST /ap...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457200" y="475488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10: Backup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Multi-Destination Backup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Multi-Destination Backup Architecture                     │</a:t>
            </a:r>
            <a:br/>
            <a:r>
              <a:t>│                                                                             │</a:t>
            </a:r>
            <a:br/>
            <a:r>
              <a:t>│   ┌──────────────┐                                                          │</a:t>
            </a:r>
            <a:br/>
            <a:r>
              <a:t>│   │   Backup     │                                                          │</a:t>
            </a:r>
            <a:br/>
            <a:r>
              <a:t>│   │   Request    │                                                          │</a:t>
            </a:r>
            <a:br/>
            <a:r>
              <a:t>│   └──────┬──────...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Backup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65C0"/>
                </a:solidFill>
              </a:defRPr>
            </a:pPr>
            <a:r>
              <a:t>▸ Full Backup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# Database (MySQL)</a:t>
            </a:r>
            <a:br/>
            <a:r>
              <a:t>mysqldump --single-transaction --routines --triggers \</a:t>
            </a:r>
            <a:br/>
            <a:r>
              <a:t>    --events --all-databases | gzip &gt; backup_full.sql.gz</a:t>
            </a:r>
            <a:br/>
            <a:br/>
            <a:r>
              <a:t># Files</a:t>
            </a:r>
            <a:br/>
            <a:r>
              <a:t>tar -czf backup_files.tar.gz /var/www/sites/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457200" y="406908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11: SSL Certificate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Let's Encrypt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SSL Certificate Lifecycle                              │</a:t>
            </a:r>
            <a:br/>
            <a:r>
              <a:t>│                                                                             │</a:t>
            </a:r>
            <a:br/>
            <a:r>
              <a:t>│   ┌─────────┐     ┌─────────┐     ┌─────────┐     ┌─────────┐             │</a:t>
            </a:r>
            <a:br/>
            <a:r>
              <a:t>│   │ Request │────▶│  Issue  │────▶│ Install │────▶│  Renew  │             │</a:t>
            </a:r>
            <a:br/>
            <a:r>
              <a:t>│   │  Cert   │     │  Cert   │     │  Cert   │     │  (auto) │             │</a:t>
            </a:r>
            <a:br/>
            <a:r>
              <a:t>│   └─────────┘     └─────...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Certificate Storage Structure</a:t>
            </a:r>
            <a:br/>
            <a:r>
              <a:t>type SSLCertificate struct {</a:t>
            </a:r>
            <a:br/>
            <a:r>
              <a:t>    Domain         string    `json:"domain"`</a:t>
            </a:r>
            <a:br/>
            <a:r>
              <a:t>    CertPath       string    `json:"cert_path"`       // /etc/ssl/certs/domain.crt</a:t>
            </a:r>
            <a:br/>
            <a:r>
              <a:t>    KeyPath        string    `json:"key_path"`        // /etc/ssl/private/domain.key</a:t>
            </a:r>
            <a:br/>
            <a:r>
              <a:t>    ChainPath      string    `json:"chain_path"`      // /etc/ssl/certs/domain.chain.crt</a:t>
            </a:r>
            <a:br/>
            <a:r>
              <a:t>    Provider       string    `json:"provider"`        // "letsencrypt"</a:t>
            </a:r>
            <a:br/>
            <a:r>
              <a:t>    ValidFrom      time.Time `json:"valid_from"`</a:t>
            </a:r>
            <a:br/>
            <a:r>
              <a:t>    ValidUntil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457200" y="475488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12: Frontend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React 19 SPA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Frontend Architecture                                │</a:t>
            </a:r>
            <a:br/>
            <a:r>
              <a:t>│              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┌───────────────────────────────────────────────────────────────────────┐ │</a:t>
            </a:r>
            <a:br/>
            <a:r>
              <a:t>│  │  App.tsx (Root)                                                        │ │</a:t>
            </a:r>
            <a:br/>
            <a:r>
              <a:t>│  │  ├── AuthProvider (Context)                                            │ │</a:t>
            </a:r>
            <a:br/>
            <a:r>
              <a:t>│  │  │   └── Login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Key React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65C0"/>
                </a:solidFill>
              </a:defRPr>
            </a:pPr>
            <a:r>
              <a:t>▸ State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Zustand Store Example</a:t>
            </a:r>
            <a:br/>
            <a:r>
              <a:t>interface AuthState {</a:t>
            </a:r>
            <a:br/>
            <a:r>
              <a:t>  user: User | null;</a:t>
            </a:r>
            <a:br/>
            <a:r>
              <a:t>  accessToken: string | null;</a:t>
            </a:r>
            <a:br/>
            <a:r>
              <a:t>  refreshToken: string | null;</a:t>
            </a:r>
            <a:br/>
            <a:r>
              <a:t>  isAuthenticated: boolean;</a:t>
            </a:r>
            <a:br/>
            <a:r>
              <a:t>  </a:t>
            </a:r>
            <a:br/>
            <a:r>
              <a:t>  // Actions</a:t>
            </a:r>
            <a:br/>
            <a:r>
              <a:t>  login: (credentials: LoginCredentials) =&gt; Promise&lt;void&gt;;</a:t>
            </a:r>
            <a:br/>
            <a:r>
              <a:t>  logout: () =&gt; void;</a:t>
            </a:r>
            <a:br/>
            <a:r>
              <a:t>  refreshTokens: () =&gt; Promise&lt;void&gt;;</a:t>
            </a:r>
            <a:br/>
            <a:r>
              <a:t>  updateProfile: (data: Partial&lt;User&gt;) =&gt; void;</a:t>
            </a:r>
            <a:br/>
            <a:r>
              <a:t>}</a:t>
            </a:r>
            <a:br/>
            <a:br/>
            <a:r>
              <a:t>export const useAuthStore = create&lt;AuthState&gt;((set, get) =&gt; ({</a:t>
            </a:r>
            <a:br/>
            <a:r>
              <a:t>  user: null,</a:t>
            </a:r>
            <a:br/>
            <a:r>
              <a:t>  accessToken: null,</a:t>
            </a:r>
            <a:br/>
            <a:r>
              <a:t>  refreshToken: null,</a:t>
            </a:r>
            <a:br/>
            <a:r>
              <a:t>  isAuthenticated: false,</a:t>
            </a:r>
            <a:br/>
            <a:r>
              <a:t>  </a:t>
            </a:r>
            <a:br/>
            <a:r>
              <a:t>  login:...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457200" y="507492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13: Performance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Performance &amp;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Backend Optimizations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65C0"/>
                </a:solidFill>
              </a:defRPr>
            </a:pPr>
            <a:r>
              <a:t>▸ Database Connection Pooling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SQLite connection pool settings</a:t>
            </a:r>
            <a:br/>
            <a:r>
              <a:t>type DBConfig struct {</a:t>
            </a:r>
            <a:br/>
            <a:r>
              <a:t>    MaxOpenConns    int = 25        // Maximum open connections</a:t>
            </a:r>
            <a:br/>
            <a:r>
              <a:t>    MaxIdleConns    int = 5         // Maximum idle connections</a:t>
            </a:r>
            <a:br/>
            <a:r>
              <a:t>    ConnMaxLifetime time.Duration = time.Hour</a:t>
            </a:r>
            <a:br/>
            <a:r>
              <a:t>}</a:t>
            </a:r>
            <a:br/>
            <a:br/>
            <a:r>
              <a:t>// Prepared statements for frequently used queries</a:t>
            </a:r>
            <a:br/>
            <a:r>
              <a:t>type PreparedStatements struct {</a:t>
            </a:r>
            <a:br/>
            <a:r>
              <a:t>    GetUserByUsername *sql.Stmt</a:t>
            </a:r>
            <a:br/>
            <a:r>
              <a:t>    GetSitesByUser    *sql.Stmt</a:t>
            </a:r>
            <a:br/>
            <a:r>
              <a:t>    GetContainers     *sql.Stmt</a:t>
            </a:r>
            <a:br/>
            <a:r>
              <a:t>    InsertAuditLog    *sql.Stmt</a:t>
            </a:r>
            <a:br/>
            <a: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65C0"/>
                </a:solidFill>
              </a:defRPr>
            </a:pPr>
            <a:r>
              <a:t>▸ Concurrent Request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Gin context pool for memory optimization</a:t>
            </a:r>
            <a:br/>
            <a:r>
              <a:t>engine.Use(gin.Logger())</a:t>
            </a:r>
            <a:br/>
            <a:r>
              <a:t>engine.Use(gin.Recovery())</a:t>
            </a:r>
            <a:br/>
            <a:br/>
            <a:r>
              <a:t>// Custom context pool</a:t>
            </a:r>
            <a:br/>
            <a:r>
              <a:t>engine.Use(func(c *gin.Context) {</a:t>
            </a:r>
            <a:br/>
            <a:r>
              <a:t>    c.Next()</a:t>
            </a:r>
            <a:br/>
            <a:r>
              <a:t>})</a:t>
            </a:r>
            <a:br/>
            <a:br/>
            <a:r>
              <a:t>// HTTP server settings</a:t>
            </a:r>
            <a:br/>
            <a:r>
              <a:t>s := &amp;http.Server{</a:t>
            </a:r>
            <a:br/>
            <a:r>
              <a:t>    Addr:         ":8888",</a:t>
            </a:r>
            <a:br/>
            <a:r>
              <a:t>    Handler:      engine,</a:t>
            </a:r>
            <a:br/>
            <a:r>
              <a:t>    ReadTimeout:  30 * time.Second,</a:t>
            </a:r>
            <a:br/>
            <a:r>
              <a:t>    WriteTimeout: 30 * time.Second,</a:t>
            </a:r>
            <a:br/>
            <a:r>
              <a:t>    IdleTimeout:  120 * time.Second,</a:t>
            </a:r>
            <a:br/>
            <a:r>
              <a:t>    MaxHeaderBytes: 1 &lt;&lt; 20, // 1MB</a:t>
            </a:r>
            <a:br/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83679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Frontend Optimizations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457200" y="553212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14: Security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Security Hardening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  Security Architecture                              │</a:t>
            </a:r>
            <a:br/>
            <a:r>
              <a:t>│                                                                             │</a:t>
            </a:r>
            <a:br/>
            <a:r>
              <a:t>│   ┌─────────────────────────────────────────────────────────────────────┐ │</a:t>
            </a:r>
            <a:br/>
            <a:r>
              <a:t>│   │  Transport Layer (TLS)                                                │ │</a:t>
            </a:r>
            <a:br/>
            <a:r>
              <a:t>│   │  ├── TLS 1.2/1.3 only                                               │ │</a:t>
            </a:r>
            <a:br/>
            <a:r>
              <a:t>│   │  ├── Strong ciphe...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Middleware: SecurityHeaders</a:t>
            </a:r>
            <a:br/>
            <a:r>
              <a:t>func SecurityHeadersMiddleware() gin.HandlerFunc {</a:t>
            </a:r>
            <a:br/>
            <a:r>
              <a:t>    return func(c *gin.Context) {</a:t>
            </a:r>
            <a:br/>
            <a:r>
              <a:t>        // Prevent clickjacking</a:t>
            </a:r>
            <a:br/>
            <a:r>
              <a:t>        c.Header("X-Frame-Options", "DENY")</a:t>
            </a:r>
            <a:br/>
            <a:r>
              <a:t>        </a:t>
            </a:r>
            <a:br/>
            <a:r>
              <a:t>        // Prevent MIME sniffing</a:t>
            </a:r>
            <a:br/>
            <a:r>
              <a:t>        c.Header("X-Content-Type-Options", "nosniff")</a:t>
            </a:r>
            <a:br/>
            <a:r>
              <a:t>        </a:t>
            </a:r>
            <a:br/>
            <a:r>
              <a:t>        // XSS filter (legacy but still useful)</a:t>
            </a:r>
            <a:br/>
            <a:r>
              <a:t>        c.Header("X-XSS-Protection", "1; mode=block")</a:t>
            </a:r>
            <a:br/>
            <a:r>
              <a:t>        </a:t>
            </a:r>
            <a:br/>
            <a:r>
              <a:t>        // Content Security Policy</a:t>
            </a:r>
            <a:br/>
            <a:r>
              <a:t>        c.Header("Content-Security-Policy", </a:t>
            </a:r>
            <a:br/>
            <a:r>
              <a:t>          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bcrypt with cost=12</a:t>
            </a:r>
            <a:br/>
            <a:r>
              <a:t>const bcryptCost = 12</a:t>
            </a:r>
            <a:br/>
            <a:br/>
            <a:r>
              <a:t>func HashPassword(password string) (string, error) {</a:t>
            </a:r>
            <a:br/>
            <a:r>
              <a:t>    bytes, err := bcrypt.GenerateFromPassword([]byte(password), bcryptCost)</a:t>
            </a:r>
            <a:br/>
            <a:r>
              <a:t>    return string(bytes), err</a:t>
            </a:r>
            <a:br/>
            <a:r>
              <a:t>}</a:t>
            </a:r>
            <a:br/>
            <a:br/>
            <a:r>
              <a:t>func CheckPassword(password, hash string) bool {</a:t>
            </a:r>
            <a:br/>
            <a:r>
              <a:t>    err := bcrypt.CompareHashAndPassword([]byte(hash), []byte(password))</a:t>
            </a:r>
            <a:br/>
            <a:r>
              <a:t>    return err == nil</a:t>
            </a:r>
            <a:br/>
            <a:r>
              <a:t>}</a:t>
            </a:r>
            <a:br/>
            <a:br/>
            <a:r>
              <a:t>// Password requirements</a:t>
            </a:r>
            <a:br/>
            <a:r>
              <a:t>const passwordMinLength = 8</a:t>
            </a:r>
            <a:br/>
            <a:r>
              <a:t>const passwordRequireUppercase = true</a:t>
            </a:r>
            <a:br/>
            <a:r>
              <a:t>const passwordRequireLowercase = true</a:t>
            </a:r>
            <a:br/>
            <a:r>
              <a:t>const passwordRe...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457200" y="475488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15: CI/CD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Build &amp; Deployment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 Build Pipeline                                      │</a:t>
            </a:r>
            <a:br/>
            <a:r>
              <a:t>│                                                                             │</a:t>
            </a:r>
            <a:br/>
            <a:r>
              <a:t>│   ┌─────────────────────────────────────────────────────────────────────┐ │</a:t>
            </a:r>
            <a:br/>
            <a:r>
              <a:t>│   │  Phase 1: Frontend Build (Node.js 22)                                  │ │</a:t>
            </a:r>
            <a:br/>
            <a:r>
              <a:t>│   │                                                                       │ │</a:t>
            </a:r>
            <a:br/>
            <a:r>
              <a:t>│   │  $ cd web &amp;&amp; n...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Deployment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65C0"/>
                </a:solidFill>
              </a:defRPr>
            </a:pPr>
            <a:r>
              <a:t>▸ 1. Direct Binary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# Download and install</a:t>
            </a:r>
            <a:br/>
            <a:r>
              <a:t>wget https://github.com/itdlu/ITDLUPanel/releases/latest/itdlupanel</a:t>
            </a:r>
            <a:br/>
            <a:r>
              <a:t>chmod +x itdlupanel</a:t>
            </a:r>
            <a:br/>
            <a:r>
              <a:t>sudo mv itdlupanel /usr/local/bin/</a:t>
            </a:r>
            <a:br/>
            <a:br/>
            <a:r>
              <a:t># Create systemd service</a:t>
            </a:r>
            <a:br/>
            <a:r>
              <a:t>sudo tee /etc/systemd/system/itdlupanel.service &lt;&lt;EOF</a:t>
            </a:r>
            <a:br/>
            <a:r>
              <a:t>[Unit]</a:t>
            </a:r>
            <a:br/>
            <a:r>
              <a:t>Description=ITDLUPanel Server</a:t>
            </a:r>
            <a:br/>
            <a:r>
              <a:t>After=network.target</a:t>
            </a:r>
            <a:br/>
            <a:br/>
            <a:r>
              <a:t>[Service]</a:t>
            </a:r>
            <a:br/>
            <a:r>
              <a:t>Type=simple</a:t>
            </a:r>
            <a:br/>
            <a:r>
              <a:t>User=root</a:t>
            </a:r>
            <a:br/>
            <a:r>
              <a:t>WorkingDirectory=/ITDLUPanel</a:t>
            </a:r>
            <a:br/>
            <a:r>
              <a:t>ExecStart=/usr/local/bin/itdlupanel -config /ITDLUPanel/config/panel.json</a:t>
            </a:r>
            <a:br/>
            <a:r>
              <a:t>Restart=always</a:t>
            </a:r>
            <a:br/>
            <a:r>
              <a:t>RestartSec=10</a:t>
            </a:r>
            <a:br/>
            <a:br/>
            <a:r>
              <a:t>[Install]</a:t>
            </a:r>
            <a:br/>
            <a:r>
              <a:t>WantedBy=multi-user.target</a:t>
            </a:r>
            <a:br/>
            <a:r>
              <a:t>EOF</a:t>
            </a:r>
            <a:br/>
            <a:br/>
            <a:r>
              <a:t># Enable...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457200" y="356616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16: Code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Project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Backend (Go)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|--------|-------|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39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65C0"/>
                </a:solidFill>
              </a:defRPr>
            </a:pPr>
            <a:r>
              <a:t>▸ LOC Breakdown by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79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Backend Code Distribution                                                  │</a:t>
            </a:r>
            <a:br/>
            <a:r>
              <a:t>│                                                                             │</a:t>
            </a:r>
            <a:br/>
            <a:r>
              <a:t>│  Service Layer          ████████████████████████████████████  23,437 LOC   │</a:t>
            </a:r>
            <a:br/>
            <a:r>
              <a:t>│  API Handlers          ████████████  9,814 LOC                            │</a:t>
            </a:r>
            <a:br/>
            <a:r>
              <a:t>│  Database/Migrations   ████████  5,234 LOC                                │</a:t>
            </a:r>
            <a:br/>
            <a:r>
              <a:t>│  Installers           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Frontend (React/TypeScript)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|--------|-------|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65C0"/>
                </a:solidFill>
              </a:defRPr>
            </a:pPr>
            <a:r>
              <a:t>▸ Frontend Code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API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457200" y="553212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17: Testing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Quality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     Testing Pyramid                                 │</a:t>
            </a:r>
            <a:br/>
            <a:r>
              <a:t>│                                                                             │</a:t>
            </a:r>
            <a:br/>
            <a:r>
              <a:t>│                                    ▲                                         │</a:t>
            </a:r>
            <a:br/>
            <a:r>
              <a:t>│                                   ╱ ╲                                        │</a:t>
            </a:r>
            <a:br/>
            <a:r>
              <a:t>│                                  ╱   ╲                                       │</a:t>
            </a:r>
            <a:br/>
            <a:r>
              <a:t>│              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Example: Service unit test</a:t>
            </a:r>
            <a:br/>
            <a:r>
              <a:t>func TestSiteService_Create(t *testing.T) {</a:t>
            </a:r>
            <a:br/>
            <a:r>
              <a:t>    db := setupTestDB(t)</a:t>
            </a:r>
            <a:br/>
            <a:r>
              <a:t>    service := NewSiteService(db)</a:t>
            </a:r>
            <a:br/>
            <a:r>
              <a:t>    </a:t>
            </a:r>
            <a:br/>
            <a:r>
              <a:t>    // Test successful creation</a:t>
            </a:r>
            <a:br/>
            <a:r>
              <a:t>    site, err := service.Create(&amp;CreateSiteRequest{</a:t>
            </a:r>
            <a:br/>
            <a:r>
              <a:t>        Domain:   "example.com",</a:t>
            </a:r>
            <a:br/>
            <a:r>
              <a:t>        RootPath: "/var/www/example",</a:t>
            </a:r>
            <a:br/>
            <a:r>
              <a:t>        PHPVer:   "8.2",</a:t>
            </a:r>
            <a:br/>
            <a:r>
              <a:t>        WebServ:  "nginx",</a:t>
            </a:r>
            <a:br/>
            <a:r>
              <a:t>    })</a:t>
            </a:r>
            <a:br/>
            <a:r>
              <a:t>    </a:t>
            </a:r>
            <a:br/>
            <a:r>
              <a:t>    require.NoError(t, err)</a:t>
            </a:r>
            <a:br/>
            <a:r>
              <a:t>    require.NotNil(t, site)</a:t>
            </a:r>
            <a:br/>
            <a:r>
              <a:t>    require.Equal(t, "example.com", site.Domain)</a:t>
            </a:r>
            <a:br/>
            <a:r>
              <a:t>    </a:t>
            </a:r>
            <a:br/>
            <a:r>
              <a:t>    // Test duplicate domain</a:t>
            </a:r>
            <a:br/>
            <a:r>
              <a:t>  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Example: Component test with React Testing Library</a:t>
            </a:r>
            <a:br/>
            <a:r>
              <a:t>describe('SiteCard', () =&gt; {</a:t>
            </a:r>
            <a:br/>
            <a:r>
              <a:t>  it('renders site information correctly', () =&gt; {</a:t>
            </a:r>
            <a:br/>
            <a:r>
              <a:t>    const site = {</a:t>
            </a:r>
            <a:br/>
            <a:r>
              <a:t>      id: 1,</a:t>
            </a:r>
            <a:br/>
            <a:r>
              <a:t>      domain: 'example.com',</a:t>
            </a:r>
            <a:br/>
            <a:r>
              <a:t>      php_version: '8.2',</a:t>
            </a:r>
            <a:br/>
            <a:r>
              <a:t>      status: 'running'</a:t>
            </a:r>
            <a:br/>
            <a:r>
              <a:t>    };</a:t>
            </a:r>
            <a:br/>
            <a:r>
              <a:t>    </a:t>
            </a:r>
            <a:br/>
            <a:r>
              <a:t>    render(&lt;SiteCard site={site} onEdit={jest.fn()} /&gt;);</a:t>
            </a:r>
            <a:br/>
            <a:r>
              <a:t>    </a:t>
            </a:r>
            <a:br/>
            <a:r>
              <a:t>    expect(screen.getByText('example.com')).toBeInTheDocument();</a:t>
            </a:r>
            <a:br/>
            <a:r>
              <a:t>    expect(screen.getByText('PHP 8.2')).toBeInTheDocument();</a:t>
            </a:r>
            <a:br/>
            <a:r>
              <a:t>  });</a:t>
            </a:r>
            <a:br/>
            <a:r>
              <a:t>  </a:t>
            </a:r>
            <a:br/>
            <a:r>
              <a:t>  it('calls onEdit when edit button is clicked...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457200" y="406908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18: Monitoring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System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Real-Time Monitoring System                             │</a:t>
            </a:r>
            <a:br/>
            <a:r>
              <a:t>│                                                                             │</a:t>
            </a:r>
            <a:br/>
            <a:r>
              <a:t>│   ┌───────────────────────────────────────────────────────────────────────┐ │</a:t>
            </a:r>
            <a:br/>
            <a:r>
              <a:t>│   │  Data Sources                                                          │ │</a:t>
            </a:r>
            <a:br/>
            <a:r>
              <a:t>│   │  ┌──────────┐ ┌──────────┐ ┌──────────┐ ┌──────────┐ ┌──────────┐   │ │</a:t>
            </a:r>
            <a:br/>
            <a:r>
              <a:t>│   │  │  gopsutil │...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System metrics endpoint</a:t>
            </a:r>
            <a:br/>
            <a:r>
              <a:t>type SystemMetrics struct {</a:t>
            </a:r>
            <a:br/>
            <a:r>
              <a:t>    Timestamp time.Time  `json:"timestamp"`</a:t>
            </a:r>
            <a:br/>
            <a:r>
              <a:t>    </a:t>
            </a:r>
            <a:br/>
            <a:r>
              <a:t>    CPU       CPUMetrics  `json:"cpu"`</a:t>
            </a:r>
            <a:br/>
            <a:r>
              <a:t>    Memory    MemMetrics  `json:"memory"`</a:t>
            </a:r>
            <a:br/>
            <a:r>
              <a:t>    Disk      DiskMetrics `json:"disk"`</a:t>
            </a:r>
            <a:br/>
            <a:r>
              <a:t>    Network   NetMetrics  `json:"network"`</a:t>
            </a:r>
            <a:br/>
            <a:r>
              <a:t>    Services  []ServiceStatus `json:"services"`</a:t>
            </a:r>
            <a:br/>
            <a:r>
              <a:t>    Uptime    time.Duration   `json:"uptime"`</a:t>
            </a:r>
            <a:br/>
            <a:r>
              <a:t>}</a:t>
            </a:r>
            <a:br/>
            <a:br/>
            <a:r>
              <a:t>type CPUMetrics struct {</a:t>
            </a:r>
            <a:br/>
            <a:r>
              <a:t>    Percent    float64   `json:"percent"`</a:t>
            </a:r>
            <a:br/>
            <a:r>
              <a:t>    User       float64   `json:"user"`</a:t>
            </a:r>
            <a:br/>
            <a:r>
              <a:t>    System     float64   `jso...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457200" y="553212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19: Error Handling &amp;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Logging &amp; Error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zerolog configuration</a:t>
            </a:r>
            <a:br/>
            <a:r>
              <a:t>import "github.com/rs/zerolog"</a:t>
            </a:r>
            <a:br/>
            <a:br/>
            <a:r>
              <a:t>func initLogger() zerolog.Logger {</a:t>
            </a:r>
            <a:br/>
            <a:r>
              <a:t>    // Console writer with color</a:t>
            </a:r>
            <a:br/>
            <a:r>
              <a:t>    output := zerolog.ConsoleWriter{Out: os.Stdout, TimeFormat: time.RFC3339}</a:t>
            </a:r>
            <a:br/>
            <a:r>
              <a:t>    </a:t>
            </a:r>
            <a:br/>
            <a:r>
              <a:t>    logger := zerolog.New(output).</a:t>
            </a:r>
            <a:br/>
            <a:r>
              <a:t>        Level(zerolog.InfoLevel).</a:t>
            </a:r>
            <a:br/>
            <a:r>
              <a:t>        With().</a:t>
            </a:r>
            <a:br/>
            <a:r>
              <a:t>        Timestamp().</a:t>
            </a:r>
            <a:br/>
            <a:r>
              <a:t>        Caller().</a:t>
            </a:r>
            <a:br/>
            <a:r>
              <a:t>        Str("service", "itdlupanel").</a:t>
            </a:r>
            <a:br/>
            <a:r>
              <a:t>        Logger()</a:t>
            </a:r>
            <a:br/>
            <a:r>
              <a:t>    </a:t>
            </a:r>
            <a:br/>
            <a:r>
              <a:t>    return logger</a:t>
            </a:r>
            <a:br/>
            <a:r>
              <a:t>}</a:t>
            </a:r>
            <a:br/>
            <a:br/>
            <a:r>
              <a:t>// Usage with structured logging</a:t>
            </a:r>
            <a:br/>
            <a:r>
              <a:t>log.Info().</a:t>
            </a:r>
            <a:br/>
            <a:r>
              <a:t>    Str("user", username).</a:t>
            </a:r>
            <a:br/>
            <a:r>
              <a:t>    Str("action...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// Custom error types</a:t>
            </a:r>
            <a:br/>
            <a:r>
              <a:t>type AppError struct {</a:t>
            </a:r>
            <a:br/>
            <a:r>
              <a:t>    Code    string `json:"code"`</a:t>
            </a:r>
            <a:br/>
            <a:r>
              <a:t>    Message string `json:"message"`</a:t>
            </a:r>
            <a:br/>
            <a:r>
              <a:t>    Details string `json:"details,omitempty"`</a:t>
            </a:r>
            <a:br/>
            <a:r>
              <a:t>    Status  int    `json:"-"`</a:t>
            </a:r>
            <a:br/>
            <a:r>
              <a:t>}</a:t>
            </a:r>
            <a:br/>
            <a:br/>
            <a:r>
              <a:t>var (</a:t>
            </a:r>
            <a:br/>
            <a:r>
              <a:t>    ErrNotFound = &amp;AppError{</a:t>
            </a:r>
            <a:br/>
            <a:r>
              <a:t>        Code:    "NOT_FOUND",</a:t>
            </a:r>
            <a:br/>
            <a:r>
              <a:t>        Message: "Resource not found",</a:t>
            </a:r>
            <a:br/>
            <a:r>
              <a:t>        Status:  404,</a:t>
            </a:r>
            <a:br/>
            <a:r>
              <a:t>    }</a:t>
            </a:r>
            <a:br/>
            <a:r>
              <a:t>    </a:t>
            </a:r>
            <a:br/>
            <a:r>
              <a:t>    ErrUnauthorized = &amp;AppError{</a:t>
            </a:r>
            <a:br/>
            <a:r>
              <a:t>        Code:    "UNAUTHORIZED",</a:t>
            </a:r>
            <a:br/>
            <a:r>
              <a:t>        Message: "Authentication required",</a:t>
            </a:r>
            <a:br/>
            <a:r>
              <a:t>        Status:  401,</a:t>
            </a:r>
            <a:br/>
            <a:r>
              <a:t>    }</a:t>
            </a:r>
            <a:br/>
            <a:r>
              <a:t>    </a:t>
            </a:r>
            <a:br/>
            <a:r>
              <a:t>    ErrForbidden = &amp;AppErro...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{</a:t>
            </a:r>
            <a:br/>
            <a:r>
              <a:t>  "id": 12345,</a:t>
            </a:r>
            <a:br/>
            <a:r>
              <a:t>  "user_id": 1,</a:t>
            </a:r>
            <a:br/>
            <a:r>
              <a:t>  "username": "admin",</a:t>
            </a:r>
            <a:br/>
            <a:r>
              <a:t>  "action": "UPDATE",</a:t>
            </a:r>
            <a:br/>
            <a:r>
              <a:t>  "resource": "sites",</a:t>
            </a:r>
            <a:br/>
            <a:r>
              <a:t>  "details": {</a:t>
            </a:r>
            <a:br/>
            <a:r>
              <a:t>    "site_id": 5,</a:t>
            </a:r>
            <a:br/>
            <a:r>
              <a:t>    "domain": "example.com",</a:t>
            </a:r>
            <a:br/>
            <a:r>
              <a:t>    "changes": {</a:t>
            </a:r>
            <a:br/>
            <a:r>
              <a:t>      "php_version": {"old": "8.1", "new": "8.2"},</a:t>
            </a:r>
            <a:br/>
            <a:r>
              <a:t>      "ssl_enabled": {"old": false, "new": true}</a:t>
            </a:r>
            <a:br/>
            <a:r>
              <a:t>    }</a:t>
            </a:r>
            <a:br/>
            <a:r>
              <a:t>  },</a:t>
            </a:r>
            <a:br/>
            <a:r>
              <a:t>  "ip_address": "192.168.1.100",</a:t>
            </a:r>
            <a:br/>
            <a:r>
              <a:t>  "user_agent": "Mozilla/5.0...",</a:t>
            </a:r>
            <a:br/>
            <a:r>
              <a:t>  "created_at": "2026-06-30T14:25:03Z"</a:t>
            </a:r>
            <a:br/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Slide 20: Kết Luận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# Tổng Kết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Technical Highlights Summary                             │</a:t>
            </a:r>
            <a:br/>
            <a:r>
              <a:t>│              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┌─────────────────────────────────────────────────────────────────────┐  │</a:t>
            </a:r>
            <a:br/>
            <a:r>
              <a:t>│  │  ✅ Single Binary Deployment                                          │  │</a:t>
            </a:r>
            <a:br/>
            <a:r>
              <a:t>│  │     ~60MB static binary, no dependencies, CGO-free                   │  │</a:t>
            </a:r>
            <a:br/>
            <a:r>
              <a:t>│  ├───────────────────...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Phase 1: Completed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• [x] Core panel functionality (112 Go files, 43K LOC)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• [x] Docker management (46+ endpoints, 38 OneClick apps)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• [x] WebSocket terminal (xterm.js ↔ PTY)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• [x] SSL certificates (Let's Encrypt auto-renewal)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• [x] Multi-language (EN/VI)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59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• [x] RBAC with 3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79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Phase 2: In Progress 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Phase 3: Planned 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65C0"/>
                </a:solidFill>
              </a:defRPr>
            </a:pPr>
            <a:r>
              <a:t>Liên Hệ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• **Website**: https://github.com/itdlu/ITDLUPanel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• **Email**: support@itdlu.edu.vn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• **Docs**: https://docs.itdlu.edu.vn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399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**© 2026 Đại học Đà Lạt (Dalat University)**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Slide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*Generated by ITDLUPanel Documentation System - Technical Deep Dive v2*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ITDLUPanel v2 - Technical Deep Dive | Đại học Đà Lạt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