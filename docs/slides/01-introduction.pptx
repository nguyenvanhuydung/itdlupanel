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274320" cy="137160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ITDLUPanel - Bảng Điều Khiển Quản Lý Máy Chủ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2200">
                <a:solidFill>
                  <a:srgbClr val="CCDDFF"/>
                </a:solidFill>
              </a:defRPr>
            </a:pPr>
            <a:r>
              <a:t>**Đại học Đà Lạt | © 2026**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Đại học Đà Lạt |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ITDLUPanel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## Slide 1: Giới Thiệu ITDLUPanel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270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## Bảng Điều Khiển Quản Lý Máy Chủ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965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Single Binary • Zero Dependencies •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226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Được phát triển bởi Đại học Đà Lạt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48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![Logo](https://via.placeholder.com/200x80/1565C0/FFFFFF?text=ITDLUPanel)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ITDLUPanel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## Slide 2: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270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ITDLUPanel (IT Đại học Đà Lạt Panel) là một bảng điều khiển quản lý máy chủ Linux hiện đại, đóng gói trong một file nhị phân duy nhất (~60MB) với không phụ thuộc runtime bên ngoài.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56816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8D1"/>
                </a:solidFill>
              </a:defRPr>
            </a:pPr>
            <a:r>
              <a:t>Điểm Nổi Bật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Single Binary: Toàn bộ stack trong một file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Zero Dependencies: Không cần cài đặt Node.js, Python hay database riêng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Cross-Platform: Biên dịch không cần CGO, chạy trên mọi Linux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Production-Ready: Đã được kiểm chứng tại môi trường thực tế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Vì Sao Chọn ITDLUPanel?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## Slide 3: Tại Sao Chọn ITDLUPanel?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64208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8D1"/>
                </a:solidFill>
              </a:defRPr>
            </a:pPr>
            <a:r>
              <a:t>So Sánh Với Các Giải Pháp Khác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Tiêu Chí | ITDLUPanel | cPanel | DirectAdmin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|----------|------------|--------|------------|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Chi phí | Miễn phí | Trả phí | Trả phí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Dependencies | Không | Cần nhiều | Cần nhiều 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Giao diện | Hiện đại (React) | Cũ | Trung bình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Docker tích hợp | ✅ | ❌ | ❌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8561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WebSocket Terminal | ✅ | ❌ | ❌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1538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8D1"/>
                </a:solidFill>
              </a:defRPr>
            </a:pPr>
            <a:r>
              <a:t>Phù Hợp Cho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8114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Trường học &amp; đại học: Quản lý server học tập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737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Doanh nghiệp nhỏ: Host website nội bộ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DevOps: Môi trường development/staging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Công Nghệ Sử Dụng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Gin Framework        │  JWT Auth        │  SQLite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WebSocket           │  TOTP 2FA        │  gopsutil│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React 19            │  Ant Design 6.3    │  Vite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TypeScript 5.9      │  Tailwind CSS 4    │  i18n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Kiến Trúc Tổng Quan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Browser (React 19 SPA)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Ant Design 6 • xterm.js • Monaco Editor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Recharts • Zustand • React Query • i18n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└────────────────┬──────────────────────┬──────────────────────┘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      │  REST API (~160)      │  WebSocket (2)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      │  HTTPS / JWT          │  PTY Terminal + Monitor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      ▼                       ▼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Single Go Binary (go:embed)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┌─────────┐  ┌──────────────┐  ┌──────────────────────┐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Gin   │→ │  24 Handlers │→ │  33+ Services         │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Router │  │  (REST API)  │  │  14 Installers        │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└─────────┘  └──────────────┘  │  4 Vhost Generators  │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┌─────────┐  ┌──────────────┐  └──────────┬───────────┘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WS    │→ │  Terminal    │              │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Hub   │  │  Monitor     │              ▼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└─────────┘  └──────────────┘  ┌──────────────────────┐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┌─────────────────────────┐    │  SQLite (25 tables)  │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Middleware Stack (11)   │    └──────────────────────┘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└─────────────────────────┘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└──────────────────────────┬───────────────────────────────────┘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                ▼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Linux Host (Ubuntu/Debian)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Nginx/Apache/OLS • PHP-FPM • MySQL/MariaDB • Redis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Docker • Fail2ban • PureFTPd • Certbot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Tính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## Slide 6: Các Module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270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Module | Mô Tả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965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|--------|-------|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226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📊 Dashboard | Theo dõi CPU, RAM, Disk, Network realtime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487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🌐 Websites | Quản lý site, domain, PHP version, Nginx/Apache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🗄️ Databases | MySQL/MariaDB - create, backup, restore 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9008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📁 File Manager | Trình duyệt file với Monaco Editor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8269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| 💻 Terminal | WebSocket terminal với multi-tab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Thông Minh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CPU Usage          RAM Usage         Disk Usage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████████░░ 78%    ██████░░░░ 62%   ███░░░░░░ 31%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[==========]      [==========]       [==========]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Quản Lý Website Chuyên Nghiệp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Web Server Support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┌─────────┐  ┌─────────┐  ┌─────────┐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Nginx  │  │ Apache  │  │   OLS   │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✅    │  │   ✅    │  │   ✅    │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└─────────┘  └─────────┘  └─────────┘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PHP Versions: 7.4 • 8.0 • 8.1 • 8.2 • 8.3 • 8.4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[Create Site]  [PHP Settings]  [SSL Cert]  [Config Editor]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Quản Lý Database Toàn Diện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📁 FTP Server    │   ☁️ S3/MinIO   │   🔵 Google Drive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📁 OneDrive      │   📁 Local      │   📁 SFTP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File Manager Thông Minh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Languages: JavaScript, TypeScript, Python, Go, PHP, 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           Ruby, Java, C++, Rust, HTML, CSS, JSON, YAML...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Terminal Trong Trình Duyệt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ITDLUPanel Terminal                           [+] [_] [X]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──────────────────────────────────────────────────────────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┌─────────────────────────────────────────────────────────┐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admin@server:~$ ssh user@server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user@server's password: ********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Welcome to Ubuntu 22.04 LTS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user@server:~$ ls -la      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drwxr-xr-x  5 admin admin  4096 Jun 29 10:00 .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drwxr-xr-x 14 admin admin  4096 Jun 29 09:30 ..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└─────────────────────────────────────────────────────────┘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──────────────────────────────────────────────────────────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[Tab 1] [Tab 2] [+]              [Fullscreen] [Theme: Dark]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Docker Container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🐳 Docker Status: Running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┌─────────┐ ┌─────────┐ ┌─────────┐ ┌─────────┐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│nginx:1.2│ │mysql:8 │ │redis:7 │ │node:20 │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● RUN   │ │ ● RUN   │ │ ● RUN   │ │ ● RUN   │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└─────────┘ └─────────┘ └─────────┘ └─────────┘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Popular Templates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┌──────────┐ ┌──────────┐ ┌──────────┐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WordPress │ │  Nextcloud│ │  GitLab  │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└──────────┘ └──────────┘ └──────────┘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┌──────────┐ ┌──────────┐ ┌──────────┐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Matomo   │ │   Jira   │ │ Prometheus│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└──────────┘ └──────────┘ └──────────┘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Bảo Mật Toàn Diện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Security Layers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┌─────────────────────────────────────────────────────┐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JWT Auth (15min access + 7day refresh token)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TOTP 2FA (RFC 6238)   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RBAC (Admin/Operator/Viewer)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bcrypt password hashing (cost=12)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CSRF Protection        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Rate Limiting (300 req/min per IP)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Audit Logging          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└─────────────────────────────────────────────────────┘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Quản Lý Logs Thông Minh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📋 ITDLUPanel Log Center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┌──────────────────────────────────────────────────────────────┐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🔍 Filter: [All Logs ▼] [Date Range] [Search...]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├──────────────────────────────────────────────────────────────┤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📅 2026-06-30 14:25:03  [AUDIT]  User admin logged in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📅 2026-06-30 14:24:58  [ERROR]  Nginx: connection failed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📅 2026-06-30 14:23:15  [INFO]   Backup completed: db.sql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📅 2026-06-30 14:22:01  [WARN]   SSH: failed login attempt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📅 2026-06-30 14:20:33  [PANEL]  Service nginx restarted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└──────────────────────────────────────────────────────────────┘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[Download] [Export] [Clear Old] [Settings]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Log Levels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🔴 CRITICAL  - Lỗi nghiêm trọng, cần can thiệp ngay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🟠 ERROR     - Lỗi hoạt động không bình thường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🟡 WARNING   - Cảnh báo, có thể ảnh hưởng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🔵 INFO      - Thông tin hoạt động bình thường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⚪ DEBUG     - Chi tiết debug (dev mode)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[30/Jun/2026:14:25:03 +0700] "GET /api/users HTTP/1.1" 200 1234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[30/Jun/2026:14:25:04 +0700] "POST /login HTTP/1.1" 302 0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[30/Jun/2026:14:25:05 +0700] "GET /dashboard HTTP/1.1" 200 5678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Quản Lý SSL Certificate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🔒 SSL Certificate Manager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┌─────────────────────────────────────────────────────┐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Domain: example.com    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Provider: Let's Encrypt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Valid Until: 2026-09-29 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Auto-Renewal: ✅ Enabled           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[View] [Renew] [Download] [Delete]                │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└─────────────────────────────────────────────────────┘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Backup &amp; Cloud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☁️ Cloud Storage Options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┌─────────────┐  ┌─────────────┐  ┌─────────────┐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Amazon S3  │  │  Google     │  │  OneDrive   │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(AWS)     │  │   Drive     │  │  (Microsoft)│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└─────────────┘  └─────────────┘  └─────────────┘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┌─────────────┐  ┌─────────────┐  ┌─────────────┐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MinIO     │  │   FTP/SFTP  │  │   Local     │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(S3-like)  │  │   Server    │  │   Storage   │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└─────────────┘  └─────────────┘  └─────────────┘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Đa Ngôn Ngữ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🌍 Language Support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┌─────────────┐              ┌─────────────┐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🇺🇸 English  │              │ 🇻🇳 Tiếng Việt│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│   (EN)      │              │    (VI)     │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└─────────────┘              └─────────────┘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Dự Án Bằng Con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Middleware Stack: 11 layers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API Handlers: 24 files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Services: 33+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Installers: 14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Vhost Generators: 4 (Nginx, Apache, OLS, Node)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Pages: 17 (all lazy-loaded)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Components: 15 shared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Zustand Stores: 5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Custom Hooks: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Triển Khai Dễ Dàng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cd web &amp;&amp; npm install &amp;&amp; npx vite build &amp;&amp; cd ..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make build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cp config/panel.json.example config/panel.json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vim config/panel.json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./bin/itdlupanel -config config/panel.json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Lộ Trình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## Slide 20: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64208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8D1"/>
                </a:solidFill>
              </a:defRPr>
            </a:pPr>
            <a:r>
              <a:t>Phase 1: ✅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[x] Core panel functionality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[x] Docker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[x] WebSocket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[x] SSL certificates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[x] Multi-language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30168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8D1"/>
                </a:solidFill>
              </a:defRPr>
            </a:pPr>
            <a:r>
              <a:t>Phase 2: 🚧 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95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 ] Kubernetes cluster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 ] Advanced monitoring (Prometheus/Grafana)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81144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 ] Plugin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7375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[ ] API documentation (OpenAPI)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8D1"/>
                </a:solidFill>
              </a:defRPr>
            </a:pPr>
            <a:r>
              <a:t>Phase 3: 📋 Planned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Cảm Ơn!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8595360" cy="4937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Single Binary Deployment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Zero External Dependencies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Production-Ready Security (JWT, 2FA, RBAC)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Docker &amp; Cloud Storage Integration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Real-time WebSocket Terminal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EN/VI Language Support       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│  ✓ MIT License - Completely Free                       │</a:t>
            </a:r>
          </a:p>
          <a:p>
            <a:pPr>
              <a:defRPr sz="1000">
                <a:solidFill>
                  <a:srgbClr val="D4D4D4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Generated by ITDLUPanel Documentation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